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dd805dd2a4cd3" /><Relationship Type="http://schemas.openxmlformats.org/officeDocument/2006/relationships/extended-properties" Target="/docProps/app.xml" Id="R412f21d22efe4dea" /><Relationship Type="http://schemas.openxmlformats.org/officeDocument/2006/relationships/officeDocument" Target="/ppt/presentation.xml" Id="R9dc127b30f4247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8b1d76ad54773"/>
  </p:sldMasterIdLst>
  <p:notesMasterIdLst>
    <p:notesMasterId xmlns:r="http://schemas.openxmlformats.org/officeDocument/2006/relationships" r:id="R4354229bde344b76"/>
  </p:notesMasterIdLst>
  <p:sldIdLst>
    <p:sldId xmlns:r="http://schemas.openxmlformats.org/officeDocument/2006/relationships" id="256" r:id="Rd11410f61fee4381"/>
    <p:sldId xmlns:r="http://schemas.openxmlformats.org/officeDocument/2006/relationships" id="257" r:id="R14fe7892678c4143"/>
    <p:sldId xmlns:r="http://schemas.openxmlformats.org/officeDocument/2006/relationships" id="258" r:id="Rf63279cc20ab4445"/>
    <p:sldId xmlns:r="http://schemas.openxmlformats.org/officeDocument/2006/relationships" id="259" r:id="Rcb181a11c677431e"/>
    <p:sldId xmlns:r="http://schemas.openxmlformats.org/officeDocument/2006/relationships" id="260" r:id="R522a46a0fa26453e"/>
    <p:sldId xmlns:r="http://schemas.openxmlformats.org/officeDocument/2006/relationships" id="261" r:id="R17e1a26f75f34fe3"/>
    <p:sldId xmlns:r="http://schemas.openxmlformats.org/officeDocument/2006/relationships" id="262" r:id="Rbe755d8f896b4af8"/>
    <p:sldId xmlns:r="http://schemas.openxmlformats.org/officeDocument/2006/relationships" id="263" r:id="Rd844df0e16ad41be"/>
    <p:sldId xmlns:r="http://schemas.openxmlformats.org/officeDocument/2006/relationships" id="264" r:id="R5bd81f50f45f433c"/>
    <p:sldId xmlns:r="http://schemas.openxmlformats.org/officeDocument/2006/relationships" id="265" r:id="Re2a84499c89f41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1a23c0ce6247ea" /><Relationship Type="http://schemas.openxmlformats.org/officeDocument/2006/relationships/slideMaster" Target="/ppt/slideMasters/slideMaster1.xml" Id="R7d18b1d76ad54773" /><Relationship Type="http://schemas.openxmlformats.org/officeDocument/2006/relationships/notesMaster" Target="/ppt/notesMasters/notesMaster1.xml" Id="R4354229bde344b76" /><Relationship Type="http://schemas.openxmlformats.org/officeDocument/2006/relationships/presProps" Target="/ppt/presProps.xml" Id="Rdbec1ebe7fca4351" /><Relationship Type="http://schemas.openxmlformats.org/officeDocument/2006/relationships/viewProps" Target="/ppt/viewProps.xml" Id="Rd8cf4dfdf4054ee6" /><Relationship Type="http://schemas.openxmlformats.org/officeDocument/2006/relationships/tableStyles" Target="/ppt/tableStyles.xml" Id="R74c1f1a1cb9b4450" /><Relationship Type="http://schemas.openxmlformats.org/officeDocument/2006/relationships/slide" Target="/ppt/slides/slide1.xml" Id="Rd11410f61fee4381" /><Relationship Type="http://schemas.openxmlformats.org/officeDocument/2006/relationships/slide" Target="/ppt/slides/slide2.xml" Id="R14fe7892678c4143" /><Relationship Type="http://schemas.openxmlformats.org/officeDocument/2006/relationships/slide" Target="/ppt/slides/slide3.xml" Id="Rf63279cc20ab4445" /><Relationship Type="http://schemas.openxmlformats.org/officeDocument/2006/relationships/slide" Target="/ppt/slides/slide4.xml" Id="Rcb181a11c677431e" /><Relationship Type="http://schemas.openxmlformats.org/officeDocument/2006/relationships/slide" Target="/ppt/slides/slide5.xml" Id="R522a46a0fa26453e" /><Relationship Type="http://schemas.openxmlformats.org/officeDocument/2006/relationships/slide" Target="/ppt/slides/slide6.xml" Id="R17e1a26f75f34fe3" /><Relationship Type="http://schemas.openxmlformats.org/officeDocument/2006/relationships/slide" Target="/ppt/slides/slide7.xml" Id="Rbe755d8f896b4af8" /><Relationship Type="http://schemas.openxmlformats.org/officeDocument/2006/relationships/slide" Target="/ppt/slides/slide8.xml" Id="Rd844df0e16ad41be" /><Relationship Type="http://schemas.openxmlformats.org/officeDocument/2006/relationships/slide" Target="/ppt/slides/slide9.xml" Id="R5bd81f50f45f433c" /><Relationship Type="http://schemas.openxmlformats.org/officeDocument/2006/relationships/slide" Target="/ppt/slides/slide10.xml" Id="Re2a84499c89f41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baae801814e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8aa3dc8746452d" /><Relationship Type="http://schemas.openxmlformats.org/officeDocument/2006/relationships/notesMaster" Target="/ppt/notesMasters/notesMaster1.xml" Id="R3d70cf26327a4f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aeced5de244d0b" /><Relationship Type="http://schemas.openxmlformats.org/officeDocument/2006/relationships/notesMaster" Target="/ppt/notesMasters/notesMaster1.xml" Id="Rf0d5c8785937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1eeb42c5e46c0" /><Relationship Type="http://schemas.openxmlformats.org/officeDocument/2006/relationships/notesMaster" Target="/ppt/notesMasters/notesMaster1.xml" Id="R5405556370d7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aa0d90eced4e66" /><Relationship Type="http://schemas.openxmlformats.org/officeDocument/2006/relationships/notesMaster" Target="/ppt/notesMasters/notesMaster1.xml" Id="R43c50c07a7e443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393da704564297" /><Relationship Type="http://schemas.openxmlformats.org/officeDocument/2006/relationships/notesMaster" Target="/ppt/notesMasters/notesMaster1.xml" Id="R6cdd3003565c48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1a9b53ca648b5" /><Relationship Type="http://schemas.openxmlformats.org/officeDocument/2006/relationships/notesMaster" Target="/ppt/notesMasters/notesMaster1.xml" Id="R74cdf52cd91a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e2fe19bee49c6" /><Relationship Type="http://schemas.openxmlformats.org/officeDocument/2006/relationships/notesMaster" Target="/ppt/notesMasters/notesMaster1.xml" Id="Rac051b04de0c49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f7f7663174a51" /><Relationship Type="http://schemas.openxmlformats.org/officeDocument/2006/relationships/notesMaster" Target="/ppt/notesMasters/notesMaster1.xml" Id="R5b4ae0901ac145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3382d4be4e4711" /><Relationship Type="http://schemas.openxmlformats.org/officeDocument/2006/relationships/notesMaster" Target="/ppt/notesMasters/notesMaster1.xml" Id="R2a0efac3a116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d73b2981345ed" /><Relationship Type="http://schemas.openxmlformats.org/officeDocument/2006/relationships/notesMaster" Target="/ppt/notesMasters/notesMaster1.xml" Id="Rd79f2a12c8dd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32a2ea1be4b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e1295e237a4552" /><Relationship Type="http://schemas.openxmlformats.org/officeDocument/2006/relationships/slideLayout" Target="/ppt/slideLayouts/slideLayout1.xml" Id="R7a388bc7190041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88bc7190041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ed04242f34a12" /><Relationship Type="http://schemas.openxmlformats.org/officeDocument/2006/relationships/notesSlide" Target="/ppt/notesSlides/notesSlide1.xml" Id="R6033aaefc1fc44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1cd4dd584db9" /><Relationship Type="http://schemas.openxmlformats.org/officeDocument/2006/relationships/notesSlide" Target="/ppt/notesSlides/notesSlide2.xml" Id="Rb7584d2bf007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8c8832c7640ea" /><Relationship Type="http://schemas.openxmlformats.org/officeDocument/2006/relationships/notesSlide" Target="/ppt/notesSlides/notesSlide3.xml" Id="R33926c050e024f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8192c04d4b91" /><Relationship Type="http://schemas.openxmlformats.org/officeDocument/2006/relationships/notesSlide" Target="/ppt/notesSlides/notesSlide4.xml" Id="R4be9b67640744f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321e8ba3149b9" /><Relationship Type="http://schemas.openxmlformats.org/officeDocument/2006/relationships/notesSlide" Target="/ppt/notesSlides/notesSlide5.xml" Id="Rf33fb89c8d3346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6a45959ed49d3" /><Relationship Type="http://schemas.openxmlformats.org/officeDocument/2006/relationships/notesSlide" Target="/ppt/notesSlides/notesSlide6.xml" Id="Ra8ca03f24f0e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4229d22b64b6f" /><Relationship Type="http://schemas.openxmlformats.org/officeDocument/2006/relationships/notesSlide" Target="/ppt/notesSlides/notesSlide7.xml" Id="R0352bf04985f43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4ff9c3f3b4ca5" /><Relationship Type="http://schemas.openxmlformats.org/officeDocument/2006/relationships/notesSlide" Target="/ppt/notesSlides/notesSlide8.xml" Id="Rb3c0967db85544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394b42f6a47d6" /><Relationship Type="http://schemas.openxmlformats.org/officeDocument/2006/relationships/notesSlide" Target="/ppt/notesSlides/notesSlide9.xml" Id="Rc33a173bef7c43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8cf6920264f4e" /><Relationship Type="http://schemas.openxmlformats.org/officeDocument/2006/relationships/notesSlide" Target="/ppt/notesSlides/notesSlide10.xml" Id="R3cf13dd8817144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262AE-1AAE-46BF-BCB7-543A8DB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6AF38-DDC1-4BB0-B9F1-79BE1FB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F32DF-7F0C-417E-9DB7-26B9938C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47BDE-34C8-46D8-9619-8ACC4DE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D7CFB-DC0C-491E-B3AF-C6613F7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66675" rIns="1714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00"/>
                </a:solidFill>
                <a:latin typeface="Aptos"/>
                <a:ea typeface="Aptos"/>
                <a:cs typeface="Aptos"/>
              </a:rPr>
              <a:t>PropertySafe for real estate agencies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F55AD-CB9F-445F-90F4-1F8F430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524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Less chasing. Clearer repairs. A better record for every property.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F1CB8-7774-432D-8141-02937352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57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 calm maintenance layer for rental portfolios: urgent issues, routine repairs, Safety Check history, follow-up work, and agency-approved sharing in one property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9853-E51E-40E9-A110-A0B197E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9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114300" bIns="666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A8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A85A"/>
                </a:solidFill>
                <a:latin typeface="Aptos"/>
                <a:ea typeface="Aptos"/>
                <a:cs typeface="Aptos"/>
              </a:rPr>
              <a:t>Built around agency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72888-3256-47E8-A45E-1050ADEA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95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114300" bIns="666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6F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00"/>
                </a:solidFill>
                <a:latin typeface="Aptos"/>
                <a:ea typeface="Aptos"/>
                <a:cs typeface="Aptos"/>
              </a:rPr>
              <a:t>Free to start a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76248-3C16-470C-9EC1-897DD8F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958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114300" bIns="666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Compliance-ready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0312C-0728-4792-9EF7-BEBA08C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390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D72C3-D60A-4BE6-8A2E-40840296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81150"/>
            <a:ext cx="35623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9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0DE6C-86EE-4EB3-B9B3-2C156997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agencies 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1394C-A1AF-48E2-9BC5-416B05E7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55D9D-2B2B-4DB4-B811-50845EE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property-level record around every repair.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C9A03-C137-4684-89B5-E2FF5B6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3ECC9-6DD4-4B8D-A7AA-59CE6ECF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Clearer briefs for Fixers and less repeated explanation.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33E4D-E8A9-4209-9118-2B2CA04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893CE-5492-4C31-A173-E35CA5C6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5725"/>
            <a:ext cx="261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guided pilot your team can start without a whole-agency rebuild.</a:t>
            </a:r>
          </a:p>
        </p:txBody>
      </p:sp>
    </p:spTree>
    <p:extLst>
      <p:ext uri="{BB962C8B-B14F-4D97-AF65-F5344CB8AC3E}">
        <p14:creationId xmlns:p14="http://schemas.microsoft.com/office/powerpoint/2010/main" val="1012871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5299F-4427-4D9A-AEDF-B0F453B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FED2A-844F-4AF4-B09D-65A136EA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F014B-78C0-4E57-AEDB-2E06AC00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CECE5-A626-4331-8E54-BC94DF39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2D8DD-BED1-4E88-BA6A-907C4C4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Rental maintenance is not one job. It is a portfolio operating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1869C-DCB3-4D23-BC04-6C73C91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For property managers, the hard part is rarely the repair alone. It is keeping the request, property context, owner update, Fixer brief, and follow-up evidence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677B2-E388-4AB1-84A7-D444005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74A18-8C0A-4F82-B1B6-4D3D95ED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4684B-0A53-45AC-8C76-C0BCCF88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914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AUSTRALIAN RENTAL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CCA17-6692-4315-989B-983B02C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30.6%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A556C-D1A3-40FE-8D42-9EC268E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of occupied dwellings were rented in the 2021 Census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3FFCC-86BD-468D-AA41-DD3583F5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26DB-DE6E-46EF-B2FD-0005DB7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0E1F0-F4D2-42A4-BD50-9EAB895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38600"/>
            <a:ext cx="1914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URGENCY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D32F1-EF68-4AF6-9B41-0D16F81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29100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AF0FD-7FB5-468F-9AAF-46E13080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urgent repairs require clear action and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D5B53-DB56-49DF-A6CA-55446C8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926C3-973D-42C0-9BDD-334E54F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862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A36DF-CDF2-46EC-A42A-8F114D8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38600"/>
            <a:ext cx="1914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 NEED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35683-D11F-4D97-AC4F-C18CE5E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9780C-57D3-413C-BE0B-016037F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482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notes, photos, status, checks, and next actions need one home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2A37A-0AAA-4C40-B649-121BE036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38250"/>
            <a:ext cx="2667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D0510-1BB3-4FB3-9BAE-8F82CE9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4668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F3D76-B49D-425F-BACF-3C41DC0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3830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 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7E795-D222-4CAA-8578-92734D35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050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The inbox is not a property record.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60575-52E4-4874-A4D7-F322DFE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2209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Texts, emails, calls, photos, trade notes, and owner updates scatter quickly. PropertySafe turns that daily noise into a calmer operating 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274E6-0547-40E4-A247-74873832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529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The pitch is simple: help agencies move faster while giving every property a cleaner history.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1F968-888E-4908-B899-777A18D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960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D86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67D"/>
                </a:solidFill>
                <a:latin typeface="Aptos"/>
                <a:ea typeface="Aptos"/>
                <a:cs typeface="Aptos"/>
              </a:rPr>
              <a:t>Sources: ABS Census 2021 housing; NSW Government urgent repairs guidance.</a:t>
            </a:r>
          </a:p>
        </p:txBody>
      </p:sp>
    </p:spTree>
    <p:extLst>
      <p:ext uri="{BB962C8B-B14F-4D97-AF65-F5344CB8AC3E}">
        <p14:creationId xmlns:p14="http://schemas.microsoft.com/office/powerpoint/2010/main" val="1057546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B661E-7110-46FC-AF2C-77D207AC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4F9E-4F61-423A-9B4D-A369B5C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6F0C-DF3D-4B36-8208-5674724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2D8E3-6B35-4216-B72A-AC18381A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9F0DB-5710-420B-B639-B957F758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Every loose maintenance thread becomes another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3857-DA5F-4921-857D-92523F82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Agencies need speed without losing the story. Owners need confidence without interrupting the team. Fixers need context before arriving.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230D5-068E-4D85-A19C-6CFDAD1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47948-6968-4C0E-90B9-9E625C1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3DBFD-1B14-4071-8799-8011CFBE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Tenant call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Screenshots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Manual owner update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Trade call-back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Missing check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78FBF-EA1B-439F-8E85-6A523F3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02C70-7FC9-4F34-A95F-59CDE59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85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6F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00"/>
                </a:solidFill>
                <a:latin typeface="Aptos"/>
                <a:ea typeface="Aptos"/>
                <a:cs typeface="Aptos"/>
              </a:rPr>
              <a:t>becomes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2EE2A-161C-429E-8698-A5A32D0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86125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818EA-4818-4ED2-ADDA-BFB57971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PropertySafe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18795-51D5-4A7C-B8D3-5EFFEAE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Structured request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Property memory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Agency-approved sharing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Fixer-ready brief</a:t>
            </a:r>
          </a:p>
          <a:p xmlns:a="http://schemas.openxmlformats.org/drawingml/2006/main">
            <a:pPr algn="l">
              <a:defRPr sz="15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Safety Check trail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C7A89-6C8A-4DCE-9108-539E388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86125"/>
            <a:ext cx="1866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1F07B-8DD8-4207-B43C-551A3B8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623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4015F-94A4-4040-8CC4-E480E6E8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48125"/>
            <a:ext cx="133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chasing.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Fewer blind updates.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maintenance decisions.</a:t>
            </a:r>
          </a:p>
        </p:txBody>
      </p:sp>
    </p:spTree>
    <p:extLst>
      <p:ext uri="{BB962C8B-B14F-4D97-AF65-F5344CB8AC3E}">
        <p14:creationId xmlns:p14="http://schemas.microsoft.com/office/powerpoint/2010/main" val="20509818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C9199-C8E4-4CDF-B3BF-6CF9DB9B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85FEF-4812-4302-A2C4-30913FE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8F850-DAD5-47C8-A513-BC21D59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21B4A-2453-415D-865A-8883D94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Product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5E9F9-8859-49C3-B3CC-7AF2975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676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PropertySafe sits above requests as the property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703CE-74B3-41E4-9FDF-433D55D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95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The current Fixit247 request flow stays intact. PropertySafe adds the portfolio layer agencies need: properties, rules, check records, notes, and shared history around the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52CA6-B739-45DD-BF8D-1BF0B95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667125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7990-A9A3-44E7-BE55-0514B949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85850"/>
            <a:ext cx="3324225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9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2C10-39F1-43BC-949E-82F97B4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Layer 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C6C34-D876-4CEA-A0F5-9CC96EB2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Agency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37D5B-B70F-4FF5-A483-B1F6701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DE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ED4"/>
                </a:solidFill>
                <a:latin typeface="Aptos"/>
                <a:ea typeface="Aptos"/>
                <a:cs typeface="Aptos"/>
              </a:rPr>
              <a:t>Portfolio view, team rules, property status, check readiness, owner updates, and agency-level follow-up.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15F25-8A13-45DC-9C9A-3FA508C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2624D-8DC0-4F4F-910E-D893E39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Layer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119BE-F9E5-4B11-AB0E-165CB87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Property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F8591-425B-4C1F-B430-28467D27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DE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ED4"/>
                </a:solidFill>
                <a:latin typeface="Aptos"/>
                <a:ea typeface="Aptos"/>
                <a:cs typeface="Aptos"/>
              </a:rPr>
              <a:t>Saved details, Safety Check history, photos, recommended fixes, and repair notes held property by property.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D12F4-5D14-47E7-9A52-7B54D4DE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C4178-FE35-4BDD-A76F-C62D600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Layer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CFBEF-8138-4D9D-B1FD-15DCD67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3C917-2354-48AC-8EF4-D08FAA55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68E1C-EFEA-41BA-BE92-F7984AEA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CEF7B-D454-4B61-A60D-7E975F93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free to 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E235F-CFF0-4A5E-9D67-9196AA97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576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3A4BA-CE32-4117-B5DA-3E89E04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43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DA0A4-3338-472D-ADA0-D587E23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saved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8C556-FE49-4A13-AC75-387C1D8A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576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A1285-7478-4492-881F-C360E80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43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571AE-F71A-4EEB-81DF-C308B61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ready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05A70-1325-436E-8C45-D76249B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41F828-8000-48D4-9CA4-90D739E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54673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09BFA9-4ADE-4978-B6B1-67E87EF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FE7B4-7B21-4634-8AEE-71821AA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CFC13-C023-42D8-B896-A386168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A2B8-B974-4DBF-B0D9-DC8F9CC1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A65AF-A762-438A-835D-10DD277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A calmer path from tenant issue to completed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02B43-602E-40B0-A55E-CEED3F7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PropertySafe gives each step a place. The agency keeps the workflow clear while the right context reaches the right person at the right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01781-2935-40AF-8B19-F0E1487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952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0644-30D5-4FE1-A0A4-25E89FC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27083-2689-4A5B-B5DF-286C902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Issue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5EA1E-2318-4A99-B92F-AB5CEFC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Tenant, owner, or manager starts a request with urgency and location.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22BD-A814-43A4-BC7C-1593E70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48000"/>
            <a:ext cx="1952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2AED4-8FD1-4281-8E19-41F5B9D6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766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DD797-BDB6-46F1-98BF-30637D72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909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Agency triages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745D5-C2BE-440C-B864-85DA24F0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434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Your team sees priority, property details, notes, and owner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906F8-8DC0-473A-BF89-DD297B5F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1952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52260-C9D9-4BF0-9F5E-81BA4AC4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D8486-E667-4C56-9C99-048859FA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Fixer briefed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706E9-8067-450E-AA29-ED2C18A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The Fixer gets a cleaner scope, photos, timing, and access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A539F-DD37-4FA9-9564-377F0505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48000"/>
            <a:ext cx="1952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7CE5F-7681-4430-A6A9-15EC5F36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766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A771B-8992-44C5-A65E-86200C8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909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Check recorded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A30AC-88E3-413B-BF97-5197FA3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434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Safety Check and follow-up work stay attached to the property.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13620-19BC-4DDF-8593-4F4380AB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1952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FFEE4-E57A-4EAE-8102-771F21F0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766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51B19-B058-41BD-B262-44C3CB4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History shared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D0E92-3FE5-48CD-9F4F-46F65E8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Agency-approved updates are easier to explain and easier to trust.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9920A-8F6C-45D6-9A5B-3413BC3C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148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A7E2D-9183-4F3F-A775-A2AAE1F4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FED22-FFAB-41A2-AD51-E05F651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BADEF-DD03-433A-9FFF-E5E5A90C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148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14107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5610F-9F9F-4E67-80BD-FE0D181D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E2274-E677-4363-B3DF-F794FC3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04A68-5952-4DDC-AA8B-0E0C59B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E8BA-CFB8-4AFA-AB9B-BF7A3C47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Compliance-ready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B1ACA-8C34-4B78-95D6-E2C9974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04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Help your team stay ready for rental safety and maintenance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4AD2-16B7-4B0E-9C1B-2906286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PropertySafe helps organise compliance-ready check records around rental property safety duties, maintenance notes, photos, recommendations, and follow-up work. It supports agency process; it does not replace licensed inspections, certificates, legal advice, or your statutory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5F22B-B12D-4DF3-A7A7-F7B55F83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7146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8F6FB-F6E0-464F-93DB-D8A5CF7E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63C99-50D9-460E-AEAB-9BF7BFB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257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9997D-ABB0-4880-A9D2-95F76D7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57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Safety Check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D369C-78BB-4249-BE8B-15F2BAD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257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Completed checks and next recommended fixes stay tied to the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81F15-9C6C-4740-A740-F1A25DE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27146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832A9-95FF-4083-B88C-9989F102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22D8A-4BDA-4384-91F1-5031C01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257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1DA10-D573-4C8E-A833-8E65C90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2257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Photos and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2C32F-60F5-4F4D-B7B0-30F161B9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257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Repair context is kept together instead of scattered across inboxes.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E5F99-8362-4342-9BC2-8C6C34D6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27146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C091C-7318-4752-BB61-E39FAE75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678D5-924F-4B1E-B436-18D0A15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2257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F15BD-7446-4575-8E90-BC6D42E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2257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Follow-up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049F4-76D3-46CA-8580-46E7221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2257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Recommended work can move from check to quote or request.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69D90-EC69-4A55-9F2E-D5BD9BB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238250"/>
            <a:ext cx="2333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54699-9E67-4376-900D-FD071535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19907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9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EE78F-4419-4710-B344-EC9CDE7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38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Careful 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255F1-3896-44EA-9BCA-CDF9F79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17621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 do not sell legal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 sell a calmer, better organised operating record so agencies can manage maintenance and safety evidence with less friction.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F505F-C68F-40CA-B07E-5CCC3CF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960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D86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67D"/>
                </a:solidFill>
                <a:latin typeface="Aptos"/>
                <a:ea typeface="Aptos"/>
                <a:cs typeface="Aptos"/>
              </a:rPr>
              <a:t>Reference point: NSW rental urgent repairs guidance and rental safety obligations should be checked per state.</a:t>
            </a:r>
          </a:p>
        </p:txBody>
      </p:sp>
    </p:spTree>
    <p:extLst>
      <p:ext uri="{BB962C8B-B14F-4D97-AF65-F5344CB8AC3E}">
        <p14:creationId xmlns:p14="http://schemas.microsoft.com/office/powerpoint/2010/main" val="10082562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82427-5AB7-4F65-B243-9F916C75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04325-6820-4BA1-AFC5-D2E7AB2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E4A42-4DEF-4B64-AAAF-3B5B2EC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10D7-E12E-4BB6-AEC8-4BF839C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42D2F-2AB2-436B-BE91-136ECEDF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The agency dashboard should feel like command, not clutter.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407F-CFD3-40A0-B7D2-CDEF7C7E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PropertySafe is designed to show the next decision clearly: what needs triage, which properties need attention, which checks are ready, and where sharing rules need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D4699-2E68-463A-9635-54812C18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104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E8978-5C19-49F4-ADBB-4CCB9854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EA7B4-E82B-47C0-AE63-A1C8816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DD55C-0C05-4133-B1F7-573C8B36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93A11-498C-4F28-8778-659484B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533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19EC1-2CA3-4573-8F01-43BBB26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1533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setup 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66AFB-9D50-4544-BC89-9BBBA8F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1C1C-2E61-4E0C-A696-6E80A61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671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05160-7A3B-4D8E-A032-2E88729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9550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AAA60-E553-4321-B9B0-92B440B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10050"/>
            <a:ext cx="1533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20F90-0EE3-4C2A-AEE7-B3A852AE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29150"/>
            <a:ext cx="1533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active portfolio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68950-D7FE-458C-89EC-0D577D74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BA49B-B6A9-4539-BC22-E3C074C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AE7EA-B3A5-433B-8C38-B0634042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19550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04887-963A-496B-9295-9A11B46C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10050"/>
            <a:ext cx="1533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A6A9C-8855-4432-85CF-1B9F7F1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29150"/>
            <a:ext cx="1533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safety and readiness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A74D1-BC7D-4836-9DD2-060C676E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A06D3-6522-4FE0-9FCF-E15BE45F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D9EA7-ECF6-463E-B7E5-1E706F0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11F7E-E62B-4B67-A289-55C9551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10050"/>
            <a:ext cx="1533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64B6B-1CF8-4386-AB03-8BFFD0B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29150"/>
            <a:ext cx="1533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maintenance requests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122B90-012D-4247-88ED-EB13180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95700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35FBB-FECD-462C-8219-A4372DC2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671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C75D1-DF93-456C-9BAF-C02C16B1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692DA-A991-42C0-A82E-D942859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00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Clear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5D15D-3952-409B-8CE3-225ED266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sharing settings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8B207-5C12-444D-8220-FF9893CE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Core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F22B9-9B2E-4B2D-88F1-6FBBE51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Add property  -  Invite team  -  Prepare check  -  Start request  -  Share update</a:t>
            </a:r>
          </a:p>
        </p:txBody>
      </p:sp>
    </p:spTree>
    <p:extLst>
      <p:ext uri="{BB962C8B-B14F-4D97-AF65-F5344CB8AC3E}">
        <p14:creationId xmlns:p14="http://schemas.microsoft.com/office/powerpoint/2010/main" val="9894158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6C4057-0F6D-462E-BC2D-A670CFC2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1969F-0323-439E-8CCB-F0A141E4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01F91-2E94-4F6D-AB30-792095E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F68DA-6163-4FF1-BAC4-76E16424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Pilot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9041-E423-4DB9-A786-5CCBCFF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6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Start with one agency, one workflow, and a clean rollout shape.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4DFB7-98AC-4417-9909-3AB8AABC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 strong onboarding does not need to overwhelm the team. It should prove the workflow on a small portfolio slice, then expand when the agency trusts the operating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8882F-C179-41A9-B715-BC28E888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0D735-4A1F-4317-8DD4-B67C4A1D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FB11-FEE8-4C01-972A-BBA38EB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D7072-0490-4D04-826E-6C678828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Choose the slice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69983-7134-4CD3-8E77-7EB9AADC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Select 5 to 10 managed properties, one property manager, and the first request types to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4DE86-AB7F-4400-9CA4-903ED64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956AD-2729-4DC0-B70B-8CEB216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36509-5EA9-49CE-8EF3-9D7704D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EA7B3-BD43-4E1D-989F-5FAB243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Load the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D95A6-38D9-41C8-A407-A8D42E08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96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Add saved property details, preferred access notes, recurring issues, and safety check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85876-3DD1-4523-99DE-852DFA6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2DAE9-97C8-4A7D-A414-F0953A6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7A393-5342-44AD-9036-1CABDB1F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3B6C2-CD56-4B20-9D65-1B68453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Run live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B2F3C-81C4-46F1-A0C3-5E8A83B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Move tenant maintenance through the request flow while keeping property history attached.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F5C2F-6BF1-4FDD-930E-1921987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2912C-34C7-46F4-9D35-A5F24D73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671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407E4-29A8-46DC-B43D-9D0AB18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4AC21-D464-4D58-BACE-A2CCD715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0525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Review and expand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7F9B2-DDF9-4B6F-AE2F-F48E5CB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96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Compare response quality, owner update clarity, and team time saved before widening the rollout.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EE731-135C-40AF-9E74-F5A75477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1E6EE-5355-4DCB-A21B-F78D202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promise: tomorrow-ready, agency-led, and measured around fewer follow-ups.</a:t>
            </a:r>
          </a:p>
        </p:txBody>
      </p:sp>
    </p:spTree>
    <p:extLst>
      <p:ext uri="{BB962C8B-B14F-4D97-AF65-F5344CB8AC3E}">
        <p14:creationId xmlns:p14="http://schemas.microsoft.com/office/powerpoint/2010/main" val="12552659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2DEB2-3961-4963-8452-AE99830A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1465B-E3D5-469E-8175-DE10ED53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FAD0-1BFC-4F7A-924A-B1B85E63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21CF4-021B-4DB1-B0BA-FF54BF44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Business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48FF5-A2E9-4B3F-B497-FC68E4A9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572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The return is operational calm that compounds property by property.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CACB0-66C6-4E39-9D48-410190E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PropertySafe should be sold as a better maintenance operating rhythm, not another form. The value shows up in reduced chasing, cleaner owner updates, better Fixer briefs, and reusable property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1DE0F-CD33-47F8-93C0-2CE761E7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364F-3867-4DC4-AE6F-03C68F5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5027E-0191-4CB4-83C1-314F2F6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66D10-ECB5-440C-AB63-F73D539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Less repeated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1D44D-6EFC-4139-9C4F-918321EB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019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One property memory reduces the same context being retyped across calls, emails, and trade notes.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A741C-D2A1-4E68-A2A6-81DE1381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D7132-D232-4419-B8F2-06804684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657E7-64CF-49AA-A611-25CE7BAD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92417-3757-4D03-82FD-1918D94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Clearer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57ACA-D032-4216-8E0A-9BF651D4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14850"/>
            <a:ext cx="2019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Agency-approved updates explain what happened, what was checked, and what needs attention next.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21D8B-30CE-4CAD-B2AD-19F1A28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77CB5-466C-4BCC-89B6-837F738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3748B-D1DB-4A28-A198-C3CFDE98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FAE87-51BE-4888-8724-223F0A8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Better first visit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A9EDA-A1F0-4051-BB64-2A4A3C6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2019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Briefs can include location, photos, urgency, access notes, property context, and next-step expectations.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CA460-E324-49E8-A5B7-EF11366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8F370-3C07-439A-AE3C-5C31D63C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73FAC-2C67-4E0B-BB47-671E4B9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Agency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278C0-24E6-4D39-8233-39B1921D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Portfolio visibility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77FFF-9F43-40A7-AB6D-5AEAB46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2019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The team can see readiness, open issues, check history, and follow-up work without hunting through threads.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854EC-707B-4242-9886-6CB52BD8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Best first KPI 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A644B-6322-4E84-ACE2-EE5ADDE9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769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Time to triage  -  owner update speed  -  repeat follow-up volume  -  check-to-repair conversion</a:t>
            </a:r>
          </a:p>
        </p:txBody>
      </p:sp>
    </p:spTree>
    <p:extLst>
      <p:ext uri="{BB962C8B-B14F-4D97-AF65-F5344CB8AC3E}">
        <p14:creationId xmlns:p14="http://schemas.microsoft.com/office/powerpoint/2010/main" val="17638177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D4A63-4947-4F6C-9618-3C8C3CD2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BDD45-CFF1-4289-92A7-FD973BAB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963"/>
                </a:solidFill>
                <a:latin typeface="Aptos"/>
                <a:ea typeface="Aptos"/>
                <a:cs typeface="Aptos"/>
              </a:rPr>
              <a:t>Fixit247 PropertySafe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DB3C2-CC33-4EEC-B463-22F51769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72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9E45A-7A77-4140-9892-61EEE86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A7A28-0146-4637-8831-55AD10F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096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Bring one property. Leave with the first rollout shape.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0275-0CCB-4264-91C8-6EA3CE7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The walkthrough is designed for agency principals and property managers who want a calmer way to manage urgent repairs, Safety Check records, maintenance follow-up, and property portfolio visibility.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58594-4820-4650-BD23-E47A5F3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329F-3C50-4409-9FA5-30BA10F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Walkthrough agenda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8C38C-956C-4B71-BFCD-417E60ED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1. Pick a pilot slice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2. Map current request path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3. Set property record rules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4. Create first agency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81470-12A2-48AA-AFE4-494F572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71900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11B72-3AB3-4412-B413-3A779012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What to bring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46E10-6F7F-4D46-8B80-8C9127A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76750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A sample property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One common tenant issue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Current owner update process</a:t>
            </a:r>
          </a:p>
          <a:p xmlns:a="http://schemas.openxmlformats.org/drawingml/2006/main">
            <a:pPr algn="l">
              <a:defRPr sz="1350" b="0">
                <a:solidFill>
                  <a:srgbClr val="6F69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963"/>
                </a:solidFill>
                <a:latin typeface="Aptos"/>
                <a:ea typeface="Aptos"/>
                <a:cs typeface="Aptos"/>
              </a:rPr>
              <a:t>Your first safety check concern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00972-6630-4628-B93E-037609D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66800"/>
            <a:ext cx="3524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10D"/>
          </a:solidFill>
          <a:ln xmlns:a="http://schemas.openxmlformats.org/drawingml/2006/main" w="9525">
            <a:solidFill>
              <a:srgbClr val="3A2C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5C5F4-DB8D-4002-94D9-10B5C96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38250"/>
            <a:ext cx="3181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9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93D3D-FE36-4919-B6EB-E36079A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F0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FA229-3AAD-469C-A272-A8B340B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with a guided pilot, prove the operating rhythm, then expand across the managed portfolio.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B7886-FF00-486F-B7F1-5BE9325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114300" bIns="666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Book the agency 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0D52C-09E1-4B9E-8F30-D814307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114300" bIns="6667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A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1A17"/>
                </a:solidFill>
                <a:latin typeface="Aptos"/>
                <a:ea typeface="Aptos"/>
                <a:cs typeface="Aptos"/>
              </a:rPr>
              <a:t>Create agency account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22354-12D4-4425-9B33-107DF15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DE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DED4"/>
                </a:solidFill>
                <a:latin typeface="Aptos"/>
                <a:ea typeface="Aptos"/>
                <a:cs typeface="Aptos"/>
              </a:rPr>
              <a:t>fixit247.com.au/propertysafe/onboarding</a:t>
            </a:r>
          </a:p>
        </p:txBody>
      </p:sp>
    </p:spTree>
    <p:extLst>
      <p:ext uri="{BB962C8B-B14F-4D97-AF65-F5344CB8AC3E}">
        <p14:creationId xmlns:p14="http://schemas.microsoft.com/office/powerpoint/2010/main" val="1043921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2026-06-07T14:46:41.7100000Z</dcterms:created>
  <dcterms:modified xsi:type="dcterms:W3CDTF">2026-06-07T14:46:41.7100000Z</dcterms:modified>
</coreProperties>
</file>